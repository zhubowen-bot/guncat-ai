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bmp" ContentType="image/bmp"/>
  <Default Extension="json" ContentType="application/jso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id="2147483660" r:id="rId4"/>
  </p:notes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theme" Target="theme/theme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1200000"/>
            <a:ext cx="3000000" cy="1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5400" b="1" dirty="0">
                <a:solidFill>
                  <a:srgbClr val="FFFFFF">
                    <a:alpha val="45000"/>
                  </a:srgbClr>
                </a:solidFill>
              </a:rPr>
              <a:t>01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900000" y="2600000"/>
            <a:ext cx="9592000" cy="1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4000" b="1" dirty="0">
                <a:solidFill>
                  <a:srgbClr val="FFFFFF"/>
                </a:solidFill>
              </a:rPr>
              <a:t>开始</a:t>
            </a:r>
          </a:p>
        </p:txBody>
      </p:sp>
      <p:sp>
        <p:nvSpPr>
          <p:cNvPr id="6" name="Overlay"/>
          <p:cNvSpPr/>
          <p:nvPr/>
        </p:nvSpPr>
        <p:spPr>
          <a:xfrm>
            <a:off x="900000" y="2450000"/>
            <a:ext cx="1400000" cy="508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B2330"/>
                </a:solidFill>
              </a:rPr>
              <a:t>明细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0A7A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AA3AF"/>
                </a:solidFill>
              </a:rPr>
              <a:t>2 / 2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00000" y="1800000"/>
            <a:ext cx="10392000" cy="4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333F50"/>
                </a:solidFill>
              </a:rPr>
              <a:t>要点 A</a:t>
            </a:r>
          </a:p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333F50"/>
                </a:solidFill>
              </a:rPr>
              <a:t>要点 B</a:t>
            </a:r>
          </a:p>
          <a:p>
            <a:pPr marL="342900" indent="-342900">
              <a:spcBef>
                <a:spcPts val="900"/>
              </a:spcBef>
              <a:buClr>
                <a:srgbClr val="0A7AFF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333F50"/>
                </a:solidFill>
              </a:rPr>
              <a:t>要点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ncat Deck">
  <a:themeElements>
    <a:clrScheme name="Deck">
      <a:dk1>
        <a:srgbClr val="1B2330"/>
      </a:dk1>
      <a:lt1>
        <a:srgbClr val="FFFFFF"/>
      </a:lt1>
      <a:dk2>
        <a:srgbClr val="333F50"/>
      </a:dk2>
      <a:lt2>
        <a:srgbClr val="F2F6FC"/>
      </a:lt2>
      <a:accent1>
        <a:srgbClr val="0A7AFF"/>
      </a:accent1>
      <a:accent2>
        <a:srgbClr val="3DBE64"/>
      </a:accent2>
      <a:accent3>
        <a:srgbClr val="F5A623"/>
      </a:accent3>
      <a:accent4>
        <a:srgbClr val="8E9BFF"/>
      </a:accent4>
      <a:accent5>
        <a:srgbClr val="34C3C9"/>
      </a:accent5>
      <a:accent6>
        <a:srgbClr val="A0AEC6"/>
      </a:accent6>
      <a:hlink>
        <a:srgbClr val="0A7AFF"/>
      </a:hlink>
      <a:folHlink>
        <a:srgbClr val="6B7280"/>
      </a:folHlink>
    </a:clrScheme>
    <a:fontScheme name="Deck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Guncat Work</Application>
  <HeadingPairs>
    <vt:vector size="2" baseType="variant">
      <vt:variant>
        <vt:lpstr>幻灯片</vt:lpstr>
      </vt:variant>
      <vt:variant>
        <vt:i4>2</vt:i4>
      </vt:variant>
    </vt:vector>
  </HeadingPairs>
  <TitlesOfParts>
    <vt:vector size="3" baseType="lpstr">
      <vt:lpstr>Office 主题</vt:lpstr>
      <vt:lpstr>幻灯片 1</vt:lpstr>
      <vt:lpstr>幻灯片 2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旧版大纲</dc:title>
  <dc:creator>Guncat Work</dc:creator>
  <cp:lastModifiedBy>Guncat Work</cp:lastModifiedBy>
  <dcterms:created xsi:type="dcterms:W3CDTF">2026-08-30T10:52:46Z</dcterms:created>
  <dcterms:modified xsi:type="dcterms:W3CDTF">2026-08-30T10:52:46Z</dcterms:modified>
</cp:coreProperties>
</file>